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Amsterdam macro-F1 at 25 pixels per class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Amsterdam macro-F1 at 25 px/class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C4-4546-AFF4-0E10511A923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8C4-4546-AFF4-0E10511A923E}"/>
              </c:ext>
            </c:extLst>
          </c:dPt>
          <c:dPt>
            <c:idx val="2"/>
            <c:invertIfNegative val="0"/>
            <c:bubble3D val="0"/>
            <c:spPr>
              <a:solidFill>
                <a:srgbClr val="1F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C4-4546-AFF4-0E10511A923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HistGB (retrain)</c:v>
                </c:pt>
                <c:pt idx="1">
                  <c:v>XGBoost (retrain)</c:v>
                </c:pt>
                <c:pt idx="2">
                  <c:v>XGBoost (continue Madrid model)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0.56200000000000006</c:v>
                </c:pt>
                <c:pt idx="1">
                  <c:v>0.54900000000000004</c:v>
                </c:pt>
                <c:pt idx="2">
                  <c:v>0.65200000000000002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8C4-4546-AFF4-0E10511A92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t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69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Building-Age Transfer: Madrid → Amsterdam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</a:rPr>
              <a:t>Landsat spectral features  ·  XGBoost Stage 1 → boosting-continuation Stage 2  ·  Team: [team name]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Building-age classification from Landsat pixels transfers poorly between cities: a model trained on Madrid scores 0.506 macro-F1 on Amsterdam without local labels. We train an XGBoost classifier on Madrid using 60 preprocessed spectral and temporal features plus 19 engineered band ratios, differences and urban-index contrasts (macro-F1 0.639 ± 0.005, 5-fold CV). To adapt, we keep the Madrid booster and continue boosting for 50 trees on only n labelled Amsterdam pixels per class. For n = 5, 25, 50, 100 and 200, Amsterdam macro-F1 rises from 0.585 to 0.685 (25 per class: 0.647), 0.08 to 0.18 above zero-shot, with about one second of adaptation. At 25 pixels per class, continuation beat retraining XGBoost or HistGradientBoosting on pooled Madrid and Amsterdam data (0.65 vs 0.55 and 0.56).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65760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Stage 1 · Madrid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60 preprocessed features + 19 engineered (ratios, differences, urban-index contrasts)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Median imputation fitted on Madrid only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XGBoost: 300 trees, depth 8, lr 0.04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5-fold CV on 76,263 pixels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65760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05840"/>
            <a:ext cx="265176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Stage 2 · Adapt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4592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Keep the Madrid booster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Continue boosting: +50 trees on n labelled Amsterdam pixels per class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Balanced support set, seeded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Adaptation takes about 1 second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365760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5176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64592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n = 5, 25, 50, 100, 200 pixels per class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Scored on all remaining Amsterdam pixels (about 26,000)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Mean ± std over random support draws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Zero-shot baseline for reference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over the other models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Can resume boosting from the trained Madrid model, so a few Amsterdam labels refine it instead of being drowned by 76,000 Madrid pixels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Best Madrid CV: 0.639 vs 0.628 for Random Forest (and 0.615 for Extra Trees on a single validation split)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Handles correlated spectral features with no scaling; fast (about 1 s to adapt)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Retraining on pooled Madrid + Amsterdam data was clearly worse for both XGBoost and HistGradientBoosting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663440" y="91440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Madrid and Amsterdam macro-F1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460967"/>
              </p:ext>
            </p:extLst>
          </p:nvPr>
        </p:nvGraphicFramePr>
        <p:xfrm>
          <a:off x="731520" y="960120"/>
          <a:ext cx="7680960" cy="277977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Labelled pixels /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 (mean ± std)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Madrid (Stage 1, 5-fold CV)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 ± 0.005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 zero-shot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 (Stage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 ± 0.018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 (Stage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 ± 0.006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 (Stage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 ± 0.002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 (Stage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 ± 0.006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 (Stage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 ± 0.002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731520" y="4069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Average Amsterdam Macro F1: 0.6389 ·  Peak: 0.6881 (200/class)  ·  25-shot: 0.647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770"/>
                </a:solidFill>
              </a:rPr>
              <a:t>Std over 3 random support draws (2 at n = 200). To be refreshed with a 10-draw rerun.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vs log2(sample size), with error bars(Show more examples for better scores)</a:t>
            </a:r>
            <a:endParaRPr lang="en-US" sz="2600" dirty="0"/>
          </a:p>
        </p:txBody>
      </p:sp>
      <p:pic>
        <p:nvPicPr>
          <p:cNvPr id="4" name="Image 0" descr="f1_vs_log2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7315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and what did not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</a:rPr>
              <a:t>Worked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Boosting continuation from the Madrid model: +0.08 to +0.18 F1 over zero-shot, in about 1 second ( new trees were added on top of </a:t>
            </a:r>
            <a:r>
              <a:rPr lang="en-US" sz="1250" dirty="0" err="1">
                <a:solidFill>
                  <a:srgbClr val="222222"/>
                </a:solidFill>
              </a:rPr>
              <a:t>madrid</a:t>
            </a:r>
            <a:r>
              <a:rPr lang="en-US" sz="1250" dirty="0">
                <a:solidFill>
                  <a:srgbClr val="222222"/>
                </a:solidFill>
              </a:rPr>
              <a:t> model.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Engineered ratios, differences and urban-index contrasts: 3 of the top 5 features(The new features added worked)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Median imputation fitted on Madrid only, so no Amsterdam leakage(Amsterdam info wasn’t leaked during training the model.)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Most of the gain arrives by 25 labels per class(where most improvement was made after that gain small)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3A48"/>
                </a:solidFill>
              </a:rPr>
              <a:t>Did not work / limits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630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Zero-shot transfer: F1 0.506, recall only 0.18 for the 1984-2004 class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Retraining on pooled data: 0.55-0.56 at 25 per class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More than about 50 Stage 2 trees: slightly worse at 25 per class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Class 2 (1945-1984) stays weakest; random pixel splits leak spatially, so scores are optimistic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673</Words>
  <Application>Microsoft Office PowerPoint</Application>
  <PresentationFormat>On-screen Show (16:9)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muema</cp:lastModifiedBy>
  <cp:revision>2</cp:revision>
  <dcterms:created xsi:type="dcterms:W3CDTF">2026-10-01T09:08:31Z</dcterms:created>
  <dcterms:modified xsi:type="dcterms:W3CDTF">2026-10-01T11:05:54Z</dcterms:modified>
</cp:coreProperties>
</file>